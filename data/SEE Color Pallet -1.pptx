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009E"/>
    <a:srgbClr val="E8B8FF"/>
    <a:srgbClr val="F8F9FA"/>
    <a:srgbClr val="476893"/>
    <a:srgbClr val="476EA1"/>
    <a:srgbClr val="EFFEFE"/>
    <a:srgbClr val="255951"/>
    <a:srgbClr val="4075AA"/>
    <a:srgbClr val="86CFD6"/>
    <a:srgbClr val="72C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5B79-43E9-FBFE-E3C1-C612EBE92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5A212-5167-D38A-1558-CC0241F3D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F92C2-9DFA-A3E5-A593-DC78530D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7DDE-1754-4A7D-A63A-2CB3389E6C2F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FCEC2-8AD3-E637-EE4F-BC0F1A6E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8DBFB-6E30-3B7E-81A9-6D3855CB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5A73-2DD9-4F40-9A55-8E4F8844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23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2684-D1FF-3A9C-A3CB-B287DAE8E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A09DF-614D-5F7D-F0C4-31A8D66B4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93F78-B6DF-8A8E-8B3F-7D6B68704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7DDE-1754-4A7D-A63A-2CB3389E6C2F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108D4-7877-7D7C-63BE-DC9797532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8439D-C4AE-747D-A7C0-B888126D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5A73-2DD9-4F40-9A55-8E4F8844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66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5948B-F2AD-F95E-D8E2-753241F1F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D147C-E5FB-C2A2-D473-959AEF98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758E6-7530-E0F8-85A6-357B6034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7DDE-1754-4A7D-A63A-2CB3389E6C2F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E50CF-F26A-D0B3-C36D-A37929DD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2A165-5AE3-1AAA-F8DD-15CDE9AC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5A73-2DD9-4F40-9A55-8E4F8844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88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053B-2CBA-CF3A-CFB7-33D532895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AFAF6-49C6-004F-1DE7-FF31AF22E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AE19A-57F6-836E-77E6-8B0355913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D5F1C-0917-53FB-FC09-D8D345572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7DDE-1754-4A7D-A63A-2CB3389E6C2F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C37C7-66D7-A6B8-2F80-C5433181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3F0F3-AD6B-EB58-700F-A5616886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5A73-2DD9-4F40-9A55-8E4F8844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16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82D2-02D1-ADEF-6976-FE4FEF654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2A82C-2409-8E65-5EAB-6C040B0AD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77C23-91BA-3073-B146-F9428D401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2126C-2025-E12B-F180-8B9571A58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53A066-EECF-FE7F-A08F-93293A046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975C8-37EC-C941-D7E6-A6FE7B9BF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7DDE-1754-4A7D-A63A-2CB3389E6C2F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518D3-17F3-DECF-7F24-BC0963A0B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0016B-DF56-3339-D667-9BAD1AA1E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5A73-2DD9-4F40-9A55-8E4F8844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597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628B1-FD25-D37D-2341-D3307D57A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BF370A-99A2-427D-7F63-E97F6D64F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7DDE-1754-4A7D-A63A-2CB3389E6C2F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D85FD-D8C1-18EF-8538-DC09BB152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BCC54-7B7C-F7FE-35A3-1E01CFCF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5A73-2DD9-4F40-9A55-8E4F8844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15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864538-EEBD-BE06-6C8F-89ACBD16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7DDE-1754-4A7D-A63A-2CB3389E6C2F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3989D-2559-3D88-A0CB-25405F72F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C523C-7F15-27A8-DDE9-F5718E06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5A73-2DD9-4F40-9A55-8E4F8844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01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61F9-EF1E-A369-AD10-720D11A9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6CCCE-6A80-2FE1-D6E1-436D025A2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E40F1-A0B6-E497-991E-A4FCA7E10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B954E-7548-F117-1DAF-AE417B77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7DDE-1754-4A7D-A63A-2CB3389E6C2F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ECFD4-28AD-7CD1-B0BA-EB84F8B5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DD148-5234-57F7-D61E-F88057FE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5A73-2DD9-4F40-9A55-8E4F8844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181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6DB8-8115-6177-AECD-6E19AEA2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C85312-4C56-329A-DE52-D41897622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D598D-EBBD-17E2-611B-F242AE93F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F02ED-F22A-3267-3276-AB4EAFDF6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7DDE-1754-4A7D-A63A-2CB3389E6C2F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77CC2-8CD3-F427-90A5-7C60A414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33E46-AB9C-70D3-0198-95E99C67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5A73-2DD9-4F40-9A55-8E4F8844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912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307CC-698D-8818-E160-1D77A137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303A6-5970-14A3-3778-3879B92D7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4231C-A13C-BC11-0E2D-BFAC2A54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7DDE-1754-4A7D-A63A-2CB3389E6C2F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7A3D5-1D84-9B58-DD7B-62885C55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A5304-6FFA-2503-F8D5-D58BA2EA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5A73-2DD9-4F40-9A55-8E4F8844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286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421DCE-6362-EB16-FCF5-C48494FA4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179AF-EF87-06AD-958B-C8A873A56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9350B-5C13-03BF-FA38-3EF54DF72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7DDE-1754-4A7D-A63A-2CB3389E6C2F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FCF6F-3487-7800-BDB1-8F735DF5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CFB2D-0BD6-E110-0117-2CA9CAB4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C5A73-2DD9-4F40-9A55-8E4F8844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577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E91F8B-34C8-AD24-6325-8923AA91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3740F-CD25-3B1B-CA58-BC7D0068C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99415-EF39-1C68-2C48-61C20B2FD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C7DDE-1754-4A7D-A63A-2CB3389E6C2F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644C2-8187-90DD-1152-5A7F3B226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79651-C2EF-929E-D6F5-5CAD4F647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C5A73-2DD9-4F40-9A55-8E4F88443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387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640584-196A-C704-55E2-55D786640D5F}"/>
              </a:ext>
            </a:extLst>
          </p:cNvPr>
          <p:cNvSpPr/>
          <p:nvPr/>
        </p:nvSpPr>
        <p:spPr>
          <a:xfrm>
            <a:off x="1315572" y="2838186"/>
            <a:ext cx="2698376" cy="1057836"/>
          </a:xfrm>
          <a:prstGeom prst="rect">
            <a:avLst/>
          </a:prstGeom>
          <a:solidFill>
            <a:srgbClr val="7365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93045A-D8FF-0AF7-59C9-A124C9AC7B42}"/>
              </a:ext>
            </a:extLst>
          </p:cNvPr>
          <p:cNvSpPr/>
          <p:nvPr/>
        </p:nvSpPr>
        <p:spPr>
          <a:xfrm>
            <a:off x="1315572" y="1613647"/>
            <a:ext cx="2698376" cy="1057836"/>
          </a:xfrm>
          <a:prstGeom prst="rect">
            <a:avLst/>
          </a:prstGeom>
          <a:solidFill>
            <a:srgbClr val="86C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C7D35E-7716-F65F-AAB6-0AEA6F3DCC2D}"/>
              </a:ext>
            </a:extLst>
          </p:cNvPr>
          <p:cNvSpPr/>
          <p:nvPr/>
        </p:nvSpPr>
        <p:spPr>
          <a:xfrm>
            <a:off x="1315572" y="5357147"/>
            <a:ext cx="2698376" cy="1057836"/>
          </a:xfrm>
          <a:prstGeom prst="rect">
            <a:avLst/>
          </a:prstGeom>
          <a:solidFill>
            <a:srgbClr val="407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013931-A7E4-4033-758E-1FC764D2482F}"/>
              </a:ext>
            </a:extLst>
          </p:cNvPr>
          <p:cNvSpPr/>
          <p:nvPr/>
        </p:nvSpPr>
        <p:spPr>
          <a:xfrm>
            <a:off x="1315568" y="363609"/>
            <a:ext cx="2698376" cy="1057836"/>
          </a:xfrm>
          <a:prstGeom prst="rect">
            <a:avLst/>
          </a:prstGeom>
          <a:solidFill>
            <a:srgbClr val="2559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9C5BED-1D69-86D5-EF9D-8B7584A879B2}"/>
              </a:ext>
            </a:extLst>
          </p:cNvPr>
          <p:cNvSpPr txBox="1"/>
          <p:nvPr/>
        </p:nvSpPr>
        <p:spPr>
          <a:xfrm>
            <a:off x="4103587" y="630612"/>
            <a:ext cx="3581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Primary </a:t>
            </a:r>
            <a:r>
              <a:rPr lang="en-IN" dirty="0" err="1"/>
              <a:t>Color</a:t>
            </a:r>
            <a:r>
              <a:rPr lang="en-IN" dirty="0"/>
              <a:t> – Logo and Important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24149E-936E-9DF1-B545-DD2140F4AD44}"/>
              </a:ext>
            </a:extLst>
          </p:cNvPr>
          <p:cNvSpPr txBox="1"/>
          <p:nvPr/>
        </p:nvSpPr>
        <p:spPr>
          <a:xfrm>
            <a:off x="4103593" y="3007542"/>
            <a:ext cx="604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Primary </a:t>
            </a:r>
            <a:r>
              <a:rPr lang="en-IN" dirty="0" err="1"/>
              <a:t>Color</a:t>
            </a:r>
            <a:r>
              <a:rPr lang="en-IN" dirty="0"/>
              <a:t> – Dark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FF73F-A0C6-AF62-AF71-2AE9232DDF81}"/>
              </a:ext>
            </a:extLst>
          </p:cNvPr>
          <p:cNvSpPr txBox="1"/>
          <p:nvPr/>
        </p:nvSpPr>
        <p:spPr>
          <a:xfrm>
            <a:off x="4103593" y="1822298"/>
            <a:ext cx="3581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Primary </a:t>
            </a:r>
            <a:r>
              <a:rPr lang="en-IN" dirty="0" err="1"/>
              <a:t>Color</a:t>
            </a:r>
            <a:r>
              <a:rPr lang="en-IN" dirty="0"/>
              <a:t> – Light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FDCBC0-C3D9-EB81-0FEC-52323196210A}"/>
              </a:ext>
            </a:extLst>
          </p:cNvPr>
          <p:cNvSpPr/>
          <p:nvPr/>
        </p:nvSpPr>
        <p:spPr>
          <a:xfrm>
            <a:off x="1315572" y="4074696"/>
            <a:ext cx="2698376" cy="1057836"/>
          </a:xfrm>
          <a:prstGeom prst="rect">
            <a:avLst/>
          </a:prstGeom>
          <a:solidFill>
            <a:srgbClr val="72C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E249CB-8739-4C23-0158-8C630DA52AD7}"/>
              </a:ext>
            </a:extLst>
          </p:cNvPr>
          <p:cNvSpPr txBox="1"/>
          <p:nvPr/>
        </p:nvSpPr>
        <p:spPr>
          <a:xfrm>
            <a:off x="4128247" y="4282005"/>
            <a:ext cx="3581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Secondary </a:t>
            </a:r>
            <a:r>
              <a:rPr lang="en-IN" dirty="0" err="1"/>
              <a:t>Color</a:t>
            </a:r>
            <a:r>
              <a:rPr lang="en-IN" dirty="0"/>
              <a:t> – Light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D5FE91-0703-5EC6-A4EF-842A598A4960}"/>
              </a:ext>
            </a:extLst>
          </p:cNvPr>
          <p:cNvSpPr txBox="1"/>
          <p:nvPr/>
        </p:nvSpPr>
        <p:spPr>
          <a:xfrm>
            <a:off x="4152897" y="5542715"/>
            <a:ext cx="3581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Secondary </a:t>
            </a:r>
            <a:r>
              <a:rPr lang="en-IN" dirty="0" err="1"/>
              <a:t>Color</a:t>
            </a:r>
            <a:r>
              <a:rPr lang="en-IN" dirty="0"/>
              <a:t> – Dark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22B96D-44F1-DC7D-2586-F25D82CCD843}"/>
              </a:ext>
            </a:extLst>
          </p:cNvPr>
          <p:cNvSpPr txBox="1"/>
          <p:nvPr/>
        </p:nvSpPr>
        <p:spPr>
          <a:xfrm>
            <a:off x="4103591" y="932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(HEX#255951 | RGB 37;89;81)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402F08-DAD7-8F9A-221A-9D5E847D8E96}"/>
              </a:ext>
            </a:extLst>
          </p:cNvPr>
          <p:cNvSpPr txBox="1"/>
          <p:nvPr/>
        </p:nvSpPr>
        <p:spPr>
          <a:xfrm>
            <a:off x="4103591" y="32814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(HEX#7365A7 | RGB 115;101;167)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CF32E5-433D-EDC4-8647-2AF6013D242E}"/>
              </a:ext>
            </a:extLst>
          </p:cNvPr>
          <p:cNvSpPr txBox="1"/>
          <p:nvPr/>
        </p:nvSpPr>
        <p:spPr>
          <a:xfrm>
            <a:off x="4103593" y="20961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(HEX#86CFD6 | RGB 134;207;214)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4701EB-C2D8-AC42-527B-7E2B744F8574}"/>
              </a:ext>
            </a:extLst>
          </p:cNvPr>
          <p:cNvSpPr txBox="1"/>
          <p:nvPr/>
        </p:nvSpPr>
        <p:spPr>
          <a:xfrm>
            <a:off x="4103593" y="45558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(HEX#72C1E8 | RGB 114;193;232)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5B00EC-07B8-18F9-108C-EC3317883864}"/>
              </a:ext>
            </a:extLst>
          </p:cNvPr>
          <p:cNvSpPr txBox="1"/>
          <p:nvPr/>
        </p:nvSpPr>
        <p:spPr>
          <a:xfrm>
            <a:off x="4152897" y="58228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(HEX#4075AA | RGB 64;117;170)</a:t>
            </a:r>
          </a:p>
        </p:txBody>
      </p:sp>
    </p:spTree>
    <p:extLst>
      <p:ext uri="{BB962C8B-B14F-4D97-AF65-F5344CB8AC3E}">
        <p14:creationId xmlns:p14="http://schemas.microsoft.com/office/powerpoint/2010/main" val="2763734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4C3FE-C72E-9E3A-8631-EE2D9261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9ED4A2-B16F-4A73-5380-2344AC413E84}"/>
              </a:ext>
            </a:extLst>
          </p:cNvPr>
          <p:cNvSpPr/>
          <p:nvPr/>
        </p:nvSpPr>
        <p:spPr>
          <a:xfrm>
            <a:off x="1315572" y="2838186"/>
            <a:ext cx="2698376" cy="1057836"/>
          </a:xfrm>
          <a:prstGeom prst="rect">
            <a:avLst/>
          </a:prstGeom>
          <a:solidFill>
            <a:srgbClr val="476E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AF0221-E75D-FD2C-AC42-282E1FCE0721}"/>
              </a:ext>
            </a:extLst>
          </p:cNvPr>
          <p:cNvSpPr/>
          <p:nvPr/>
        </p:nvSpPr>
        <p:spPr>
          <a:xfrm>
            <a:off x="1315572" y="1613647"/>
            <a:ext cx="2698376" cy="1057836"/>
          </a:xfrm>
          <a:prstGeom prst="rect">
            <a:avLst/>
          </a:prstGeom>
          <a:solidFill>
            <a:srgbClr val="EF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F05582-FC2B-8ECC-FE81-6E8E4999577E}"/>
              </a:ext>
            </a:extLst>
          </p:cNvPr>
          <p:cNvSpPr/>
          <p:nvPr/>
        </p:nvSpPr>
        <p:spPr>
          <a:xfrm>
            <a:off x="1315572" y="5357147"/>
            <a:ext cx="2698376" cy="1057836"/>
          </a:xfrm>
          <a:prstGeom prst="rect">
            <a:avLst/>
          </a:prstGeom>
          <a:solidFill>
            <a:srgbClr val="4768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42C488-6B4B-BC9D-569F-0743BDA7E6B8}"/>
              </a:ext>
            </a:extLst>
          </p:cNvPr>
          <p:cNvSpPr/>
          <p:nvPr/>
        </p:nvSpPr>
        <p:spPr>
          <a:xfrm>
            <a:off x="1315568" y="363609"/>
            <a:ext cx="2698376" cy="1057836"/>
          </a:xfrm>
          <a:prstGeom prst="rect">
            <a:avLst/>
          </a:prstGeom>
          <a:solidFill>
            <a:srgbClr val="6900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F6E2BA-07B3-26DC-7E37-E1FF31457B3A}"/>
              </a:ext>
            </a:extLst>
          </p:cNvPr>
          <p:cNvSpPr txBox="1"/>
          <p:nvPr/>
        </p:nvSpPr>
        <p:spPr>
          <a:xfrm>
            <a:off x="4103587" y="630612"/>
            <a:ext cx="494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alternate </a:t>
            </a:r>
            <a:r>
              <a:rPr lang="en-IN" dirty="0" err="1"/>
              <a:t>Color</a:t>
            </a:r>
            <a:r>
              <a:rPr lang="en-IN" dirty="0"/>
              <a:t> – Text and Important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D2378D-5558-800A-1EBA-46ADF7CC7E4D}"/>
              </a:ext>
            </a:extLst>
          </p:cNvPr>
          <p:cNvSpPr txBox="1"/>
          <p:nvPr/>
        </p:nvSpPr>
        <p:spPr>
          <a:xfrm>
            <a:off x="4103593" y="3007542"/>
            <a:ext cx="604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alternate </a:t>
            </a:r>
            <a:r>
              <a:rPr lang="en-IN" dirty="0" err="1"/>
              <a:t>Color</a:t>
            </a:r>
            <a:r>
              <a:rPr lang="en-IN" dirty="0"/>
              <a:t> – Dark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2E2A00-24B9-42F9-201E-888EE6CBD040}"/>
              </a:ext>
            </a:extLst>
          </p:cNvPr>
          <p:cNvSpPr txBox="1"/>
          <p:nvPr/>
        </p:nvSpPr>
        <p:spPr>
          <a:xfrm>
            <a:off x="4103593" y="1822298"/>
            <a:ext cx="3581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Alternate </a:t>
            </a:r>
            <a:r>
              <a:rPr lang="en-IN" dirty="0" err="1"/>
              <a:t>Color</a:t>
            </a:r>
            <a:r>
              <a:rPr lang="en-IN" dirty="0"/>
              <a:t> – Light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ABE691-D9A8-6D2D-212F-81EDF35E5DE9}"/>
              </a:ext>
            </a:extLst>
          </p:cNvPr>
          <p:cNvSpPr/>
          <p:nvPr/>
        </p:nvSpPr>
        <p:spPr>
          <a:xfrm>
            <a:off x="1315572" y="4074696"/>
            <a:ext cx="2698376" cy="10578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C04DA2-AB0A-C44B-2493-90F94D352B5D}"/>
              </a:ext>
            </a:extLst>
          </p:cNvPr>
          <p:cNvSpPr txBox="1"/>
          <p:nvPr/>
        </p:nvSpPr>
        <p:spPr>
          <a:xfrm>
            <a:off x="4128247" y="4282005"/>
            <a:ext cx="3581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alternate </a:t>
            </a:r>
            <a:r>
              <a:rPr lang="en-IN" dirty="0" err="1"/>
              <a:t>Color</a:t>
            </a:r>
            <a:r>
              <a:rPr lang="en-IN" dirty="0"/>
              <a:t> – Light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BC9E8F-F4B9-2599-6841-32E4C5AB15DD}"/>
              </a:ext>
            </a:extLst>
          </p:cNvPr>
          <p:cNvSpPr txBox="1"/>
          <p:nvPr/>
        </p:nvSpPr>
        <p:spPr>
          <a:xfrm>
            <a:off x="4152897" y="5542715"/>
            <a:ext cx="3581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Alterate</a:t>
            </a:r>
            <a:r>
              <a:rPr lang="en-IN" dirty="0"/>
              <a:t> 2 </a:t>
            </a:r>
            <a:r>
              <a:rPr lang="en-IN" dirty="0" err="1"/>
              <a:t>Color</a:t>
            </a:r>
            <a:r>
              <a:rPr lang="en-IN" dirty="0"/>
              <a:t> – Dark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D1B926-934D-981D-735E-4938E93BFCE8}"/>
              </a:ext>
            </a:extLst>
          </p:cNvPr>
          <p:cNvSpPr txBox="1"/>
          <p:nvPr/>
        </p:nvSpPr>
        <p:spPr>
          <a:xfrm>
            <a:off x="4103591" y="932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(HEX#69009E| RGB 105;0;158)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E982D-5266-5717-42F0-6F0977F3E76A}"/>
              </a:ext>
            </a:extLst>
          </p:cNvPr>
          <p:cNvSpPr txBox="1"/>
          <p:nvPr/>
        </p:nvSpPr>
        <p:spPr>
          <a:xfrm>
            <a:off x="4103591" y="32814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(HEX#476ea1 | RGB 214;39;45)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FE0509-CB01-1171-BFCF-81FFC5528A14}"/>
              </a:ext>
            </a:extLst>
          </p:cNvPr>
          <p:cNvSpPr txBox="1"/>
          <p:nvPr/>
        </p:nvSpPr>
        <p:spPr>
          <a:xfrm>
            <a:off x="4103593" y="20961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</a:t>
            </a:r>
            <a:r>
              <a:rPr lang="en-GB" dirty="0" err="1"/>
              <a:t>HEX#effefe</a:t>
            </a:r>
            <a:r>
              <a:rPr lang="en-GB" dirty="0"/>
              <a:t>| RGB 239;254;254)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B4E71A-20B0-5F34-964D-69D622CDCD4F}"/>
              </a:ext>
            </a:extLst>
          </p:cNvPr>
          <p:cNvSpPr txBox="1"/>
          <p:nvPr/>
        </p:nvSpPr>
        <p:spPr>
          <a:xfrm>
            <a:off x="4103593" y="45558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(HEX#f8f9fa | RGB 248;249;250)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D02C8-3192-2A7E-7443-6042B2B2B7D2}"/>
              </a:ext>
            </a:extLst>
          </p:cNvPr>
          <p:cNvSpPr txBox="1"/>
          <p:nvPr/>
        </p:nvSpPr>
        <p:spPr>
          <a:xfrm>
            <a:off x="4152897" y="58228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(HEX#476893 | RGB 71;104;147)</a:t>
            </a:r>
          </a:p>
        </p:txBody>
      </p:sp>
    </p:spTree>
    <p:extLst>
      <p:ext uri="{BB962C8B-B14F-4D97-AF65-F5344CB8AC3E}">
        <p14:creationId xmlns:p14="http://schemas.microsoft.com/office/powerpoint/2010/main" val="1271589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125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 kooneti</dc:creator>
  <cp:lastModifiedBy>Vikas kooneti</cp:lastModifiedBy>
  <cp:revision>4</cp:revision>
  <dcterms:created xsi:type="dcterms:W3CDTF">2025-09-23T14:18:22Z</dcterms:created>
  <dcterms:modified xsi:type="dcterms:W3CDTF">2025-11-27T09:51:36Z</dcterms:modified>
</cp:coreProperties>
</file>